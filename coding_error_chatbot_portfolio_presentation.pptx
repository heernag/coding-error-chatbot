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IT 코딩 오류 분석 챗봇</a:t>
            </a:r>
          </a:p>
          <a:p/>
          <a:p>
            <a:r>
              <a:rPr lang="ko-KR" sz="3000" dirty="0">
                <a:solidFill>
                  <a:srgbClr val="0B2240"/>
                </a:solidFill>
              </a:rPr>
              <a:t>취업 포트폴리오 발표 자료</a:t>
            </a:r>
          </a:p>
        </p:txBody>
      </p:sp>
      <p:sp>
        <p:nvSpPr>
          <p:cNvPr id="3" name="Hero"/>
          <p:cNvSpPr txBox="1"/>
          <p:nvPr/>
        </p:nvSpPr>
        <p:spPr>
          <a:xfrm>
            <a:off x="731520" y="1691640"/>
            <a:ext cx="10698480" cy="19659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9D2F0"/>
            </a:solidFill>
          </a:ln>
        </p:spPr>
        <p:txBody>
          <a:bodyPr wrap="square" lIns="91440" tIns="91440" rIns="91440" bIns="91440"/>
          <a:lstStyle/>
          <a:p>
            <a:r>
              <a:rPr lang="ko-KR" sz="2400" dirty="0">
                <a:solidFill>
                  <a:srgbClr val="0B2240"/>
                </a:solidFill>
              </a:rPr>
              <a:t>개발 오류 메시지를 입력하면 검색 문서 기반으로 원인, 해결 방법, 코드 예시를 제공하는 RAG 챗봇</a:t>
            </a:r>
          </a:p>
          <a:p>
            <a:r>
              <a:rPr lang="ko-KR" sz="2400" dirty="0">
                <a:solidFill>
                  <a:srgbClr val="0B2240"/>
                </a:solidFill>
              </a:rPr>
              <a:t>FastAPI, React, Chroma Vector DB, Oracle DB를 연결한 실전형 풀스택 프로젝트</a:t>
            </a:r>
          </a:p>
        </p:txBody>
      </p:sp>
      <p:sp>
        <p:nvSpPr>
          <p:cNvPr id="4" name="Keyword"/>
          <p:cNvSpPr txBox="1"/>
          <p:nvPr/>
        </p:nvSpPr>
        <p:spPr>
          <a:xfrm>
            <a:off x="777240" y="4434840"/>
            <a:ext cx="338328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Keyword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RAG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Vector Search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FastAPI</a:t>
            </a:r>
          </a:p>
        </p:txBody>
      </p:sp>
      <p:sp>
        <p:nvSpPr>
          <p:cNvPr id="5" name="Frontend"/>
          <p:cNvSpPr txBox="1"/>
          <p:nvPr/>
        </p:nvSpPr>
        <p:spPr>
          <a:xfrm>
            <a:off x="4434840" y="4434840"/>
            <a:ext cx="338328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Frontend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React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TypeScript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Chat UI</a:t>
            </a:r>
          </a:p>
        </p:txBody>
      </p:sp>
      <p:sp>
        <p:nvSpPr>
          <p:cNvPr id="6" name="Backend/Data"/>
          <p:cNvSpPr txBox="1"/>
          <p:nvPr/>
        </p:nvSpPr>
        <p:spPr>
          <a:xfrm>
            <a:off x="8092440" y="4434840"/>
            <a:ext cx="338328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Backend/Data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Oracle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SQLAlchemy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ETL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목차</a:t>
            </a:r>
          </a:p>
        </p:txBody>
      </p:sp>
      <p:sp>
        <p:nvSpPr>
          <p:cNvPr id="3" name="프로젝트 이해"/>
          <p:cNvSpPr txBox="1"/>
          <p:nvPr/>
        </p:nvSpPr>
        <p:spPr>
          <a:xfrm>
            <a:off x="685800" y="1234440"/>
            <a:ext cx="525780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프로젝트 이해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프로젝트 소개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문제 정의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목표와 기대 효과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사용 기술</a:t>
            </a:r>
          </a:p>
        </p:txBody>
      </p:sp>
      <p:sp>
        <p:nvSpPr>
          <p:cNvPr id="4" name="구현 과정"/>
          <p:cNvSpPr txBox="1"/>
          <p:nvPr/>
        </p:nvSpPr>
        <p:spPr>
          <a:xfrm>
            <a:off x="6263640" y="1234440"/>
            <a:ext cx="525780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구현 과정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데이터 수집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ETL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 DB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아키텍처와 ERD</a:t>
            </a:r>
          </a:p>
        </p:txBody>
      </p:sp>
      <p:sp>
        <p:nvSpPr>
          <p:cNvPr id="5" name="기술 설명"/>
          <p:cNvSpPr txBox="1"/>
          <p:nvPr/>
        </p:nvSpPr>
        <p:spPr>
          <a:xfrm>
            <a:off x="685800" y="3794760"/>
            <a:ext cx="5257800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기술 설명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코드 리뷰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AI 기능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Skill/Agent/Artifact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검증</a:t>
            </a:r>
          </a:p>
        </p:txBody>
      </p:sp>
      <p:sp>
        <p:nvSpPr>
          <p:cNvPr id="6" name="결과 정리"/>
          <p:cNvSpPr txBox="1"/>
          <p:nvPr/>
        </p:nvSpPr>
        <p:spPr>
          <a:xfrm>
            <a:off x="6263640" y="3794760"/>
            <a:ext cx="5257800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결과 정리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데이터 분석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결과 인사이트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역할분담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향후 개선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프로젝트 소개</a:t>
            </a:r>
          </a:p>
        </p:txBody>
      </p:sp>
      <p:sp>
        <p:nvSpPr>
          <p:cNvPr id="3" name="프로젝트 한 줄 설명"/>
          <p:cNvSpPr txBox="1"/>
          <p:nvPr/>
        </p:nvSpPr>
        <p:spPr>
          <a:xfrm>
            <a:off x="685800" y="1234440"/>
            <a:ext cx="525780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프로젝트 한 줄 설명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개발자가 오류 메시지를 입력하면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 기반으로 원인과 해결 방법을 정리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초보자도 따라할 수 있는 단계형 답변 제공</a:t>
            </a:r>
          </a:p>
        </p:txBody>
      </p:sp>
      <p:sp>
        <p:nvSpPr>
          <p:cNvPr id="4" name="핵심 차별점"/>
          <p:cNvSpPr txBox="1"/>
          <p:nvPr/>
        </p:nvSpPr>
        <p:spPr>
          <a:xfrm>
            <a:off x="6263640" y="1234440"/>
            <a:ext cx="525780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핵심 차별점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검색 문서에 근거한 답변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정해진 섹션 구조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수정 코드 예시 제공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민감 정보 노출 주의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면접 포인트: 단순 챗봇이 아니라 검색, DB, 프론트 UX, 운영 안정성까지 연결한 프로젝트입니다.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문제 정의</a:t>
            </a:r>
          </a:p>
        </p:txBody>
      </p:sp>
      <p:sp>
        <p:nvSpPr>
          <p:cNvPr id="3" name="사용자 불편"/>
          <p:cNvSpPr txBox="1"/>
          <p:nvPr/>
        </p:nvSpPr>
        <p:spPr>
          <a:xfrm>
            <a:off x="685800" y="1234440"/>
            <a:ext cx="5257800" cy="3429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사용자 불편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오류 메시지가 길고 어렵다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검색 결과가 많아도 적용 방법이 불명확하다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실행 환경, 경로, 권한, 패키지 문제가 섞여 있다</a:t>
            </a:r>
          </a:p>
        </p:txBody>
      </p:sp>
      <p:sp>
        <p:nvSpPr>
          <p:cNvPr id="4" name="해결해야 할 과제"/>
          <p:cNvSpPr txBox="1"/>
          <p:nvPr/>
        </p:nvSpPr>
        <p:spPr>
          <a:xfrm>
            <a:off x="6263640" y="1234440"/>
            <a:ext cx="5257800" cy="3429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해결해야 할 과제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원인 요약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진단 방법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해결 순서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예시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주의사항을 한 화면에 제공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문제 해결의 핵심은 답변 품질뿐 아니라, 사용자가 바로 행동할 수 있는 구조화입니다.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프로젝트 목표와 요구사항</a:t>
            </a:r>
          </a:p>
        </p:txBody>
      </p:sp>
      <p:sp>
        <p:nvSpPr>
          <p:cNvPr id="3" name="Functional"/>
          <p:cNvSpPr txBox="1"/>
          <p:nvPr/>
        </p:nvSpPr>
        <p:spPr>
          <a:xfrm>
            <a:off x="685800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Functional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오류 메시지 입력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관련 문서 검색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섹션별 답변 생성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대화 기록 저장</a:t>
            </a:r>
          </a:p>
        </p:txBody>
      </p:sp>
      <p:sp>
        <p:nvSpPr>
          <p:cNvPr id="4" name="UX"/>
          <p:cNvSpPr txBox="1"/>
          <p:nvPr/>
        </p:nvSpPr>
        <p:spPr>
          <a:xfrm>
            <a:off x="4434840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UX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DM형 챗봇 화면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Enter 전송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카드/점선 구분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예시 표시</a:t>
            </a:r>
          </a:p>
        </p:txBody>
      </p:sp>
      <p:sp>
        <p:nvSpPr>
          <p:cNvPr id="5" name="Quality"/>
          <p:cNvSpPr txBox="1"/>
          <p:nvPr/>
        </p:nvSpPr>
        <p:spPr>
          <a:xfrm>
            <a:off x="8183879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Quality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문서 근거 기반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민감정보 보호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빠른 응답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 검증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요구사항을 기능, 사용자 경험, 품질 기준으로 나누어 구현 범위를 관리했습니다.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기술 스택</a:t>
            </a:r>
          </a:p>
        </p:txBody>
      </p:sp>
      <p:sp>
        <p:nvSpPr>
          <p:cNvPr id="3" name="Frontend"/>
          <p:cNvSpPr txBox="1"/>
          <p:nvPr/>
        </p:nvSpPr>
        <p:spPr>
          <a:xfrm>
            <a:off x="594360" y="1234440"/>
            <a:ext cx="3291840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Frontend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Vite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React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TypeScript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CSS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Fetch API</a:t>
            </a:r>
          </a:p>
        </p:txBody>
      </p:sp>
      <p:sp>
        <p:nvSpPr>
          <p:cNvPr id="4" name="Backend"/>
          <p:cNvSpPr txBox="1"/>
          <p:nvPr/>
        </p:nvSpPr>
        <p:spPr>
          <a:xfrm>
            <a:off x="4434840" y="1234440"/>
            <a:ext cx="3291840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Backend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FastAPI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Pydantic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SQLAlchemy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Uvicorn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Python</a:t>
            </a:r>
          </a:p>
        </p:txBody>
      </p:sp>
      <p:sp>
        <p:nvSpPr>
          <p:cNvPr id="5" name="AI/Data"/>
          <p:cNvSpPr txBox="1"/>
          <p:nvPr/>
        </p:nvSpPr>
        <p:spPr>
          <a:xfrm>
            <a:off x="8275320" y="1234440"/>
            <a:ext cx="3291840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AI/Data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Chroma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HuggingFace Embeddings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BAAI/bge-m3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OpenRouter fallback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 DB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풀스택 구조와 AI 검색 구조를 한 프로젝트 안에서 연결했습니다.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데이터 수집 과정</a:t>
            </a:r>
          </a:p>
        </p:txBody>
      </p:sp>
      <p:sp>
        <p:nvSpPr>
          <p:cNvPr id="3" name="데이터 구성"/>
          <p:cNvSpPr txBox="1"/>
          <p:nvPr/>
        </p:nvSpPr>
        <p:spPr>
          <a:xfrm>
            <a:off x="68580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데이터 구성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총 151건의 오류 문서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Oracle, Linux, Spring Boot, Git, Docker, Python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공식 문서 기반 source_url 포함</a:t>
            </a:r>
          </a:p>
        </p:txBody>
      </p:sp>
      <p:sp>
        <p:nvSpPr>
          <p:cNvPr id="4" name="문서 필드"/>
          <p:cNvSpPr txBox="1"/>
          <p:nvPr/>
        </p:nvSpPr>
        <p:spPr>
          <a:xfrm>
            <a:off x="626364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문서 필드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title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error_message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cause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diagnosis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solution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examples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command_example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caution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단순 Q&amp;A가 아니라 오류 분석에 필요한 원인, 진단, 해결, 예시를 분리해 수집했습니다.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데이터 분석</a:t>
            </a:r>
          </a:p>
        </p:txBody>
      </p:sp>
      <p:sp>
        <p:nvSpPr>
          <p:cNvPr id="3" name="카테고리 분포"/>
          <p:cNvSpPr txBox="1"/>
          <p:nvPr/>
        </p:nvSpPr>
        <p:spPr>
          <a:xfrm>
            <a:off x="685800" y="1188720"/>
            <a:ext cx="5257800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카테고리 분포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Oracle: 40건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Linux: 30건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Spring Boot: 30건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Git: 25건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Docker: 25건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Python: 1건</a:t>
            </a:r>
          </a:p>
        </p:txBody>
      </p:sp>
      <p:sp>
        <p:nvSpPr>
          <p:cNvPr id="4" name="데이터 인사이트"/>
          <p:cNvSpPr txBox="1"/>
          <p:nvPr/>
        </p:nvSpPr>
        <p:spPr>
          <a:xfrm>
            <a:off x="6263640" y="1188720"/>
            <a:ext cx="5257800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데이터 인사이트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DB와 인프라 오류 비중이 높음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명령어 기반 오류는 진단/예시가 중요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Python 데이터는 추가 보강 필요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데이터 분포 분석을 통해 향후 보강해야 할 기술 영역을 확인했습니다.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ETL 과정</a:t>
            </a:r>
          </a:p>
        </p:txBody>
      </p:sp>
      <p:sp>
        <p:nvSpPr>
          <p:cNvPr id="3" name="ETL"/>
          <p:cNvSpPr txBox="1"/>
          <p:nvPr/>
        </p:nvSpPr>
        <p:spPr>
          <a:xfrm>
            <a:off x="777240" y="1188720"/>
            <a:ext cx="10607040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2100" dirty="0">
                <a:solidFill>
                  <a:srgbClr val="17202A"/>
                </a:solidFill>
              </a:rPr>
              <a:t>Extract: JSON 오류 문서 로드</a:t>
            </a:r>
          </a:p>
          <a:p>
            <a:r>
              <a:rPr lang="ko-KR" sz="2100" dirty="0">
                <a:solidFill>
                  <a:srgbClr val="17202A"/>
                </a:solidFill>
              </a:rPr>
              <a:t>Transform: 검색용 page_content와 metadata로 변환</a:t>
            </a:r>
          </a:p>
          <a:p>
            <a:r>
              <a:rPr lang="ko-KR" sz="2100" dirty="0">
                <a:solidFill>
                  <a:srgbClr val="17202A"/>
                </a:solidFill>
              </a:rPr>
              <a:t>Load: HuggingFace 임베딩 생성 후 Chroma Vector DB에 저장</a:t>
            </a:r>
          </a:p>
          <a:p/>
          <a:p>
            <a:r>
              <a:rPr lang="ko-KR" sz="2100" dirty="0">
                <a:solidFill>
                  <a:srgbClr val="17202A"/>
                </a:solidFill>
              </a:rPr>
              <a:t>검색 대상: title, error_message, error_code, keywords, examples</a:t>
            </a:r>
          </a:p>
          <a:p>
            <a:r>
              <a:rPr lang="ko-KR" sz="2100" dirty="0">
                <a:solidFill>
                  <a:srgbClr val="17202A"/>
                </a:solidFill>
              </a:rPr>
              <a:t>답변 대상: cause, diagnosis, solution, examples, command_example, caution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검색에 필요한 텍스트와 답변에 필요한 metadata를 분리해 RAG 품질을 높였습니다.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Oracle DB 구축 과정</a:t>
            </a:r>
          </a:p>
        </p:txBody>
      </p:sp>
      <p:sp>
        <p:nvSpPr>
          <p:cNvPr id="3" name="DB 연결"/>
          <p:cNvSpPr txBox="1"/>
          <p:nvPr/>
        </p:nvSpPr>
        <p:spPr>
          <a:xfrm>
            <a:off x="68580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DB 연결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DATABASE_URL 환경변수 기반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SQLAlchemy create_engine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 연결 지원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SQLite fallback 가능</a:t>
            </a:r>
          </a:p>
        </p:txBody>
      </p:sp>
      <p:sp>
        <p:nvSpPr>
          <p:cNvPr id="4" name="테이블 생성"/>
          <p:cNvSpPr txBox="1"/>
          <p:nvPr/>
        </p:nvSpPr>
        <p:spPr>
          <a:xfrm>
            <a:off x="626364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테이블 생성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Base.metadata.create_all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ChatHistory 모델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session_id 기준 대화 기록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created_at 자동 저장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Oracle DB는 운영 대화 이력 저장소 역할을 하며, ORM 모델로 테이블 구조를 관리했습니다.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ERD</a:t>
            </a:r>
          </a:p>
        </p:txBody>
      </p:sp>
      <p:sp>
        <p:nvSpPr>
          <p:cNvPr id="3" name="ChatHistory"/>
          <p:cNvSpPr txBox="1"/>
          <p:nvPr/>
        </p:nvSpPr>
        <p:spPr>
          <a:xfrm>
            <a:off x="777240" y="1234440"/>
            <a:ext cx="5303520" cy="41148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9D2F0"/>
            </a:solidFill>
          </a:ln>
        </p:spPr>
        <p:txBody>
          <a:bodyPr wrap="square" lIns="91440" tIns="91440" rIns="91440" bIns="91440"/>
          <a:lstStyle/>
          <a:p>
            <a:r>
              <a:rPr lang="ko-KR" sz="2100" dirty="0">
                <a:solidFill>
                  <a:srgbClr val="17202A"/>
                </a:solidFill>
              </a:rPr>
              <a:t>chat_history</a:t>
            </a:r>
          </a:p>
          <a:p/>
          <a:p>
            <a:r>
              <a:rPr lang="ko-KR" sz="2100" dirty="0">
                <a:solidFill>
                  <a:srgbClr val="17202A"/>
                </a:solidFill>
              </a:rPr>
              <a:t>PK id: Integer Identity</a:t>
            </a:r>
          </a:p>
          <a:p>
            <a:r>
              <a:rPr lang="ko-KR" sz="2100" dirty="0">
                <a:solidFill>
                  <a:srgbClr val="17202A"/>
                </a:solidFill>
              </a:rPr>
              <a:t>session_id: String(50), index</a:t>
            </a:r>
          </a:p>
          <a:p>
            <a:r>
              <a:rPr lang="ko-KR" sz="2100" dirty="0">
                <a:solidFill>
                  <a:srgbClr val="17202A"/>
                </a:solidFill>
              </a:rPr>
              <a:t>question: Text</a:t>
            </a:r>
          </a:p>
          <a:p>
            <a:r>
              <a:rPr lang="ko-KR" sz="2100" dirty="0">
                <a:solidFill>
                  <a:srgbClr val="17202A"/>
                </a:solidFill>
              </a:rPr>
              <a:t>answer: Text</a:t>
            </a:r>
          </a:p>
          <a:p>
            <a:r>
              <a:rPr lang="ko-KR" sz="2100" dirty="0">
                <a:solidFill>
                  <a:srgbClr val="17202A"/>
                </a:solidFill>
              </a:rPr>
              <a:t>created_at: DateTime</a:t>
            </a:r>
          </a:p>
        </p:txBody>
      </p:sp>
      <p:sp>
        <p:nvSpPr>
          <p:cNvPr id="4" name="Future"/>
          <p:cNvSpPr txBox="1"/>
          <p:nvPr/>
        </p:nvSpPr>
        <p:spPr>
          <a:xfrm>
            <a:off x="6446520" y="1234440"/>
            <a:ext cx="4663440" cy="411480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2100" dirty="0">
                <a:solidFill>
                  <a:srgbClr val="17202A"/>
                </a:solidFill>
              </a:rPr>
              <a:t>향후 확장 후보</a:t>
            </a:r>
          </a:p>
          <a:p/>
          <a:p>
            <a:r>
              <a:rPr lang="ko-KR" sz="2100" dirty="0">
                <a:solidFill>
                  <a:srgbClr val="17202A"/>
                </a:solidFill>
              </a:rPr>
              <a:t>error_documents</a:t>
            </a:r>
          </a:p>
          <a:p>
            <a:r>
              <a:rPr lang="ko-KR" sz="2100" dirty="0">
                <a:solidFill>
                  <a:srgbClr val="17202A"/>
                </a:solidFill>
              </a:rPr>
              <a:t>feedback</a:t>
            </a:r>
          </a:p>
          <a:p>
            <a:r>
              <a:rPr lang="ko-KR" sz="2100" dirty="0">
                <a:solidFill>
                  <a:srgbClr val="17202A"/>
                </a:solidFill>
              </a:rPr>
              <a:t>users</a:t>
            </a:r>
          </a:p>
          <a:p>
            <a:r>
              <a:rPr lang="ko-KR" sz="2100" dirty="0">
                <a:solidFill>
                  <a:srgbClr val="17202A"/>
                </a:solidFill>
              </a:rPr>
              <a:t>model_usage_logs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현재 ERD는 대화 기록 중심이며, 사용자/피드백/문서 관리 테이블로 확장할 수 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시스템 아키텍처</a:t>
            </a:r>
          </a:p>
        </p:txBody>
      </p:sp>
      <p:sp>
        <p:nvSpPr>
          <p:cNvPr id="3" name="Client"/>
          <p:cNvSpPr txBox="1"/>
          <p:nvPr/>
        </p:nvSpPr>
        <p:spPr>
          <a:xfrm>
            <a:off x="594360" y="1234440"/>
            <a:ext cx="329184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Client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React UI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질문 입력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답변 섹션 렌더링</a:t>
            </a:r>
          </a:p>
        </p:txBody>
      </p:sp>
      <p:sp>
        <p:nvSpPr>
          <p:cNvPr id="4" name="API"/>
          <p:cNvSpPr txBox="1"/>
          <p:nvPr/>
        </p:nvSpPr>
        <p:spPr>
          <a:xfrm>
            <a:off x="4434840" y="1234440"/>
            <a:ext cx="329184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API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FastAPI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/api/chat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/api/history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CORS 설정</a:t>
            </a:r>
          </a:p>
        </p:txBody>
      </p:sp>
      <p:sp>
        <p:nvSpPr>
          <p:cNvPr id="5" name="Data/AI"/>
          <p:cNvSpPr txBox="1"/>
          <p:nvPr/>
        </p:nvSpPr>
        <p:spPr>
          <a:xfrm>
            <a:off x="8275320" y="1234440"/>
            <a:ext cx="329184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Data/AI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Chroma 검색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JSON 문서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 저장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OpenRouter fallback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프론트, API, 검색/저장 계층을 분리해 유지보수성과 설명 가능성을 높였습니다.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API 설계</a:t>
            </a:r>
          </a:p>
        </p:txBody>
      </p:sp>
      <p:sp>
        <p:nvSpPr>
          <p:cNvPr id="3" name="POST /api/chat"/>
          <p:cNvSpPr txBox="1"/>
          <p:nvPr/>
        </p:nvSpPr>
        <p:spPr>
          <a:xfrm>
            <a:off x="68580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POST /api/chat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입력: session_id, question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처리: RAG 답변 생성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저장: ChatHistory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출력: session_id, answer</a:t>
            </a:r>
          </a:p>
        </p:txBody>
      </p:sp>
      <p:sp>
        <p:nvSpPr>
          <p:cNvPr id="4" name="GET /api/history/{session_id}"/>
          <p:cNvSpPr txBox="1"/>
          <p:nvPr/>
        </p:nvSpPr>
        <p:spPr>
          <a:xfrm>
            <a:off x="626364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GET /api/history/{session_id}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세션별 대화 조회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created_at 기준 정렬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질문/답변/시간 반환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API는 채팅 생성과 이력 조회로 나누어 프론트에서 단순하게 사용할 수 있도록 구성했습니다.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AI 기능: RAG 검색</a:t>
            </a:r>
          </a:p>
        </p:txBody>
      </p:sp>
      <p:sp>
        <p:nvSpPr>
          <p:cNvPr id="3" name="검색 전략"/>
          <p:cNvSpPr txBox="1"/>
          <p:nvPr/>
        </p:nvSpPr>
        <p:spPr>
          <a:xfrm>
            <a:off x="685800" y="114300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검색 전략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오류 코드 직접 매칭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카테고리 필터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similarity_score_threshold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상위 문서 3개 검색</a:t>
            </a:r>
          </a:p>
        </p:txBody>
      </p:sp>
      <p:sp>
        <p:nvSpPr>
          <p:cNvPr id="4" name="답변 전략"/>
          <p:cNvSpPr txBox="1"/>
          <p:nvPr/>
        </p:nvSpPr>
        <p:spPr>
          <a:xfrm>
            <a:off x="6263640" y="114300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답변 전략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문서 metadata 기반 답변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정해진 6개 섹션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수정 코드 예시 포함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문서에 없는 내용은 제한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초기에는 LLM 생성 중심이었지만, 속도와 안정성을 위해 문서 기반 답변 생성으로 개선했습니다.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AI 기능: OpenRouter fallback</a:t>
            </a:r>
          </a:p>
        </p:txBody>
      </p:sp>
      <p:sp>
        <p:nvSpPr>
          <p:cNvPr id="3" name="문제"/>
          <p:cNvSpPr txBox="1"/>
          <p:nvPr/>
        </p:nvSpPr>
        <p:spPr>
          <a:xfrm>
            <a:off x="685800" y="1234440"/>
            <a:ext cx="5257800" cy="3566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문제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Gemma free 모델 rate limit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긴 프롬프트 지연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빈 응답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프론트 pending 현상</a:t>
            </a:r>
          </a:p>
        </p:txBody>
      </p:sp>
      <p:sp>
        <p:nvSpPr>
          <p:cNvPr id="4" name="해결"/>
          <p:cNvSpPr txBox="1"/>
          <p:nvPr/>
        </p:nvSpPr>
        <p:spPr>
          <a:xfrm>
            <a:off x="6263640" y="1234440"/>
            <a:ext cx="5257800" cy="3566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해결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poolside free 모델 1순위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nvidia/openai/cohere/gemma fallback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timeout=60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max_tokens=700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빈 응답 실패 처리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외부 AI 모델은 불안정할 수 있으므로 fallback과 timeout 전략을 코드에 반영했습니다.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코드 리뷰: Backend</a:t>
            </a:r>
          </a:p>
        </p:txBody>
      </p:sp>
      <p:sp>
        <p:nvSpPr>
          <p:cNvPr id="3" name="좋은 점"/>
          <p:cNvSpPr txBox="1"/>
          <p:nvPr/>
        </p:nvSpPr>
        <p:spPr>
          <a:xfrm>
            <a:off x="68580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좋은 점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라우터와 서비스 분리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DB 세션 의존성 사용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응답 시간 로그 추가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환경변수 기반 설정</a:t>
            </a:r>
          </a:p>
        </p:txBody>
      </p:sp>
      <p:sp>
        <p:nvSpPr>
          <p:cNvPr id="4" name="개선한 점"/>
          <p:cNvSpPr txBox="1"/>
          <p:nvPr/>
        </p:nvSpPr>
        <p:spPr>
          <a:xfrm>
            <a:off x="626364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개선한 점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LLM 호출 제거로 응답 지연 감소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예시 metadata 보강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민감정보 로그 미출력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 추가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백엔드는 API, DB, RAG 서비스가 분리되어 있어 기능별 테스트와 개선이 가능했습니다.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코드 리뷰: RAG/ETL</a:t>
            </a:r>
          </a:p>
        </p:txBody>
      </p:sp>
      <p:sp>
        <p:nvSpPr>
          <p:cNvPr id="3" name="핵심 코드"/>
          <p:cNvSpPr txBox="1"/>
          <p:nvPr/>
        </p:nvSpPr>
        <p:spPr>
          <a:xfrm>
            <a:off x="68580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핵심 코드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build_document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get_embedding_model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get_rag_answer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build_document_answer_from_item</a:t>
            </a:r>
          </a:p>
        </p:txBody>
      </p:sp>
      <p:sp>
        <p:nvSpPr>
          <p:cNvPr id="4" name="리뷰 포인트"/>
          <p:cNvSpPr txBox="1"/>
          <p:nvPr/>
        </p:nvSpPr>
        <p:spPr>
          <a:xfrm>
            <a:off x="626364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리뷰 포인트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검색용 content와 답변 metadata 분리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기존 Chroma DB metadata 보강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 기반 답변으로 형식 안정화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검색 실패 응답 별도 처리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RAG 품질은 모델보다 데이터 구조와 검색/metadata 설계에 크게 좌우된다는 점을 반영했습니다.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코드 리뷰: Frontend</a:t>
            </a:r>
          </a:p>
        </p:txBody>
      </p:sp>
      <p:sp>
        <p:nvSpPr>
          <p:cNvPr id="3" name="핵심 구현"/>
          <p:cNvSpPr txBox="1"/>
          <p:nvPr/>
        </p:nvSpPr>
        <p:spPr>
          <a:xfrm>
            <a:off x="68580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핵심 구현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parseAnswerSections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MessageBubble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sendQuestion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Enter 전송 처리</a:t>
            </a:r>
          </a:p>
        </p:txBody>
      </p:sp>
      <p:sp>
        <p:nvSpPr>
          <p:cNvPr id="4" name="UI 개선"/>
          <p:cNvSpPr txBox="1"/>
          <p:nvPr/>
        </p:nvSpPr>
        <p:spPr>
          <a:xfrm>
            <a:off x="626364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UI 개선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AI 오른쪽/사용자 왼쪽 배치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부제목 글자 확대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내부 박스 제거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점선 구분선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수정 코드 예시 표시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프론트는 단순 표시가 아니라 답변 구조를 파싱해 가독성 좋은 문서형 UI로 렌더링합니다.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Skill, Agent, Artifact</a:t>
            </a:r>
          </a:p>
        </p:txBody>
      </p:sp>
      <p:sp>
        <p:nvSpPr>
          <p:cNvPr id="3" name="Skill"/>
          <p:cNvSpPr txBox="1"/>
          <p:nvPr/>
        </p:nvSpPr>
        <p:spPr>
          <a:xfrm>
            <a:off x="594360" y="1234440"/>
            <a:ext cx="338328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Skill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체계적 디버깅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 주도 수정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검증 후 완료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브레인스토밍</a:t>
            </a:r>
          </a:p>
        </p:txBody>
      </p:sp>
      <p:sp>
        <p:nvSpPr>
          <p:cNvPr id="4" name="Agent"/>
          <p:cNvSpPr txBox="1"/>
          <p:nvPr/>
        </p:nvSpPr>
        <p:spPr>
          <a:xfrm>
            <a:off x="4434840" y="1234440"/>
            <a:ext cx="338328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Agent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Codex 활용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탐색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수정 제안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 실행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문서/PPT 생성</a:t>
            </a:r>
          </a:p>
        </p:txBody>
      </p:sp>
      <p:sp>
        <p:nvSpPr>
          <p:cNvPr id="5" name="Artifact"/>
          <p:cNvSpPr txBox="1"/>
          <p:nvPr/>
        </p:nvSpPr>
        <p:spPr>
          <a:xfrm>
            <a:off x="8275320" y="1234440"/>
            <a:ext cx="338328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Artifact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React 프론트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FastAPI 백엔드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Chroma DB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 코드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PPT 산출물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단순 구현 결과뿐 아니라, 문제 해결 과정과 산출물 관리까지 포트폴리오에 포함했습니다.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역할분담</a:t>
            </a:r>
          </a:p>
        </p:txBody>
      </p:sp>
      <p:sp>
        <p:nvSpPr>
          <p:cNvPr id="3" name="구현 역할"/>
          <p:cNvSpPr txBox="1"/>
          <p:nvPr/>
        </p:nvSpPr>
        <p:spPr>
          <a:xfrm>
            <a:off x="685800" y="1143000"/>
            <a:ext cx="525780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구현 역할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기획: 문제 정의와 발표 흐름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데이터: 오류 문서 구조화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백엔드: FastAPI, DB, RAG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프론트: React 챗봇 UI</a:t>
            </a:r>
          </a:p>
        </p:txBody>
      </p:sp>
      <p:sp>
        <p:nvSpPr>
          <p:cNvPr id="4" name="품질 역할"/>
          <p:cNvSpPr txBox="1"/>
          <p:nvPr/>
        </p:nvSpPr>
        <p:spPr>
          <a:xfrm>
            <a:off x="6263640" y="1143000"/>
            <a:ext cx="525780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품질 역할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AI 연동: OpenRouter fallback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QA: 테스트와 빌드 검증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문서화: README/PPT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발표: 시연 시나리오 정리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발표 시 실제 팀원명이 있다면 각 역할 옆에 이름을 매핑하면 됩니다.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검증과 테스트</a:t>
            </a:r>
          </a:p>
        </p:txBody>
      </p:sp>
      <p:sp>
        <p:nvSpPr>
          <p:cNvPr id="3" name="테스트 항목"/>
          <p:cNvSpPr txBox="1"/>
          <p:nvPr/>
        </p:nvSpPr>
        <p:spPr>
          <a:xfrm>
            <a:off x="68580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테스트 항목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RAG 응답 섹션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LLM fallback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프론트 구조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수정 코드 예시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문법 컴파일</a:t>
            </a:r>
          </a:p>
        </p:txBody>
      </p:sp>
      <p:sp>
        <p:nvSpPr>
          <p:cNvPr id="4" name="검증 명령"/>
          <p:cNvSpPr txBox="1"/>
          <p:nvPr/>
        </p:nvSpPr>
        <p:spPr>
          <a:xfrm>
            <a:off x="6263640" y="1234440"/>
            <a:ext cx="5257800" cy="3520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검증 명령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python -m unittest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py_compile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npm run build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실제 검색 시간 측정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기능 수정 후에는 테스트와 빌드를 반복해 UI/백엔드 변경의 안정성을 확인했습니다.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결과 인사이트</a:t>
            </a:r>
          </a:p>
        </p:txBody>
      </p:sp>
      <p:sp>
        <p:nvSpPr>
          <p:cNvPr id="3" name="기술 인사이트"/>
          <p:cNvSpPr txBox="1"/>
          <p:nvPr/>
        </p:nvSpPr>
        <p:spPr>
          <a:xfrm>
            <a:off x="68580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기술 인사이트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LLM만으로 답변하면 느리고 불안정할 수 있음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 기반 생성은 빠르고 예측 가능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metadata 설계가 답변 품질을 좌우</a:t>
            </a:r>
          </a:p>
        </p:txBody>
      </p:sp>
      <p:sp>
        <p:nvSpPr>
          <p:cNvPr id="4" name="사용자 인사이트"/>
          <p:cNvSpPr txBox="1"/>
          <p:nvPr/>
        </p:nvSpPr>
        <p:spPr>
          <a:xfrm>
            <a:off x="6263640" y="1188720"/>
            <a:ext cx="525780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사용자 인사이트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초보자는 원인보다 다음 행동이 중요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예시가 있어야 바로 적용 가능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섹션 구조가 이해 속도를 높임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프로젝트의 핵심 성과는 AI 모델 사용보다, 문제 해결 경험을 안정적으로 설계한 점입니다.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성과 요약</a:t>
            </a:r>
          </a:p>
        </p:txBody>
      </p:sp>
      <p:sp>
        <p:nvSpPr>
          <p:cNvPr id="3" name="기능 완성"/>
          <p:cNvSpPr txBox="1"/>
          <p:nvPr/>
        </p:nvSpPr>
        <p:spPr>
          <a:xfrm>
            <a:off x="685800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기능 완성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채팅 UI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RAG 검색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DB 저장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예시</a:t>
            </a:r>
          </a:p>
        </p:txBody>
      </p:sp>
      <p:sp>
        <p:nvSpPr>
          <p:cNvPr id="4" name="성능 개선"/>
          <p:cNvSpPr txBox="1"/>
          <p:nvPr/>
        </p:nvSpPr>
        <p:spPr>
          <a:xfrm>
            <a:off x="4434840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성능 개선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LLM 의존도 감소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검색 후 즉시 답변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실측 0.3~0.5초대 검색</a:t>
            </a:r>
          </a:p>
        </p:txBody>
      </p:sp>
      <p:sp>
        <p:nvSpPr>
          <p:cNvPr id="5" name="포트폴리오 가치"/>
          <p:cNvSpPr txBox="1"/>
          <p:nvPr/>
        </p:nvSpPr>
        <p:spPr>
          <a:xfrm>
            <a:off x="8183879" y="1234440"/>
            <a:ext cx="3429000" cy="3931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포트폴리오 가치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풀스택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AI 검색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DB/ETL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테스트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문서화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한 프로젝트 안에서 데이터, 백엔드, 프론트, AI 기능을 모두 설명할 수 있는 구조를 만들었습니다.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향후 개선 방향</a:t>
            </a:r>
          </a:p>
        </p:txBody>
      </p:sp>
      <p:sp>
        <p:nvSpPr>
          <p:cNvPr id="3" name="기능 개선"/>
          <p:cNvSpPr txBox="1"/>
          <p:nvPr/>
        </p:nvSpPr>
        <p:spPr>
          <a:xfrm>
            <a:off x="685800" y="1143000"/>
            <a:ext cx="525780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기능 개선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관리자 문서 등록 화면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사용자 피드백 버튼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답변 복사 기능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코드 하이라이팅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로그 대시보드</a:t>
            </a:r>
          </a:p>
        </p:txBody>
      </p:sp>
      <p:sp>
        <p:nvSpPr>
          <p:cNvPr id="4" name="기술 개선"/>
          <p:cNvSpPr txBox="1"/>
          <p:nvPr/>
        </p:nvSpPr>
        <p:spPr>
          <a:xfrm>
            <a:off x="6263640" y="1143000"/>
            <a:ext cx="525780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8E1EC"/>
            </a:solidFill>
          </a:ln>
        </p:spPr>
        <p:txBody>
          <a:bodyPr wrap="square" lIns="91440" tIns="91440" rIns="91440" bIns="91440"/>
          <a:lstStyle/>
          <a:p>
            <a:r>
              <a:rPr lang="ko-KR" sz="1800" dirty="0">
                <a:solidFill>
                  <a:srgbClr val="17202A"/>
                </a:solidFill>
              </a:rPr>
              <a:t>기술 개선</a:t>
            </a:r>
          </a:p>
          <a:p/>
          <a:p>
            <a:r>
              <a:rPr lang="ko-KR" sz="1800" dirty="0">
                <a:solidFill>
                  <a:srgbClr val="17202A"/>
                </a:solidFill>
              </a:rPr>
              <a:t>- 문서 자동 수집 파이프라인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Oracle ERD 확장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검색 랭킹 개선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모델 사용량 모니터링</a:t>
            </a:r>
          </a:p>
          <a:p>
            <a:r>
              <a:rPr lang="ko-KR" sz="1800" dirty="0">
                <a:solidFill>
                  <a:srgbClr val="17202A"/>
                </a:solidFill>
              </a:rPr>
              <a:t>- 배포 환경 구성</a:t>
            </a:r>
          </a:p>
        </p:txBody>
      </p:sp>
      <p:sp>
        <p:nvSpPr>
          <p:cNvPr id="88" name="Insight"/>
          <p:cNvSpPr txBox="1"/>
          <p:nvPr/>
        </p:nvSpPr>
        <p:spPr>
          <a:xfrm>
            <a:off x="777240" y="5532120"/>
            <a:ext cx="10652760" cy="502920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CFE5D6"/>
            </a:solidFill>
          </a:ln>
        </p:spPr>
        <p:txBody>
          <a:bodyPr wrap="square" lIns="91440" tIns="91440" rIns="91440" bIns="91440"/>
          <a:lstStyle/>
          <a:p>
            <a:r>
              <a:rPr lang="ko-KR" sz="1700" dirty="0">
                <a:solidFill>
                  <a:srgbClr val="16643B"/>
                </a:solidFill>
              </a:rPr>
              <a:t>향후에는 운영 관점의 문서 관리와 피드백 루프를 추가해 실제 서비스 수준으로 확장할 수 있습니다.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0B2240"/>
                </a:solidFill>
              </a:rPr>
              <a:t>마무리</a:t>
            </a:r>
          </a:p>
        </p:txBody>
      </p:sp>
      <p:sp>
        <p:nvSpPr>
          <p:cNvPr id="3" name="Closing"/>
          <p:cNvSpPr txBox="1"/>
          <p:nvPr/>
        </p:nvSpPr>
        <p:spPr>
          <a:xfrm>
            <a:off x="777240" y="1417320"/>
            <a:ext cx="10698480" cy="352044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9D2F0"/>
            </a:solidFill>
          </a:ln>
        </p:spPr>
        <p:txBody>
          <a:bodyPr wrap="square" lIns="91440" tIns="91440" rIns="91440" bIns="91440"/>
          <a:lstStyle/>
          <a:p>
            <a:r>
              <a:rPr lang="ko-KR" sz="2300" dirty="0">
                <a:solidFill>
                  <a:srgbClr val="0B2240"/>
                </a:solidFill>
              </a:rPr>
              <a:t>이 프로젝트는 코딩 오류 해결 과정을 빠르고 구조화된 경험으로 바꾸는 것을 목표로 했습니다.</a:t>
            </a:r>
          </a:p>
          <a:p/>
          <a:p>
            <a:r>
              <a:rPr lang="ko-KR" sz="2300" dirty="0">
                <a:solidFill>
                  <a:srgbClr val="0B2240"/>
                </a:solidFill>
              </a:rPr>
              <a:t>데이터 수집, ETL, 벡터 검색, FastAPI, Oracle DB, React UI, 테스트와 문서화까지 연결하며</a:t>
            </a:r>
          </a:p>
          <a:p>
            <a:r>
              <a:rPr lang="ko-KR" sz="2300" dirty="0">
                <a:solidFill>
                  <a:srgbClr val="0B2240"/>
                </a:solidFill>
              </a:rPr>
              <a:t>취업 포트폴리오에서 설명 가능한 풀스택 AI 프로젝트로 발전시켰습니다.</a:t>
            </a:r>
          </a:p>
        </p:txBody>
      </p:sp>
      <p:sp>
        <p:nvSpPr>
          <p:cNvPr id="4" name="Thanks"/>
          <p:cNvSpPr txBox="1"/>
          <p:nvPr/>
        </p:nvSpPr>
        <p:spPr>
          <a:xfrm>
            <a:off x="3886200" y="5257800"/>
            <a:ext cx="4480560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3000" dirty="0">
                <a:solidFill>
                  <a:srgbClr val="185FBA"/>
                </a:solidFill>
              </a:rPr>
              <a:t>감사합니다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ko-KR" sz="900" dirty="0">
                <a:solidFill>
                  <a:srgbClr val="6B7785"/>
                </a:solidFill>
              </a:rPr>
              <a:t>IT 코딩 오류 분석 챗봇 | 25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25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코딩 오류 분석 챗봇</dc:title>
  <dc:creator>Codex</dc:creator>
  <cp:lastModifiedBy>Codex</cp:lastModifiedBy>
  <dcterms:created xsi:type="dcterms:W3CDTF">2026-07-03T07:31:57+00:00</dcterms:created>
  <dcterms:modified xsi:type="dcterms:W3CDTF">2026-07-03T07:31:57+00:00</dcterms:modified>
</cp:coreProperties>
</file>